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50" d="100"/>
          <a:sy n="150" d="100"/>
        </p:scale>
        <p:origin x="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929F-AEBA-6398-3202-8852484B0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042CD9-B406-A848-C4F1-4E925DDC2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6D4049-84AA-E2B4-8F95-BDD3A075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5FCD-3278-4E77-A83F-DBEB16453347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95C609-DEDE-8784-4EE1-1F62E3BE2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B02406-9E9C-39B4-CA8D-C9B60FDD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095-3E18-46BB-9389-909E50246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742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E4721-4E7B-D727-5BB4-50E411F6A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FE6DC0-4D07-B547-968E-957006352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05D53B-B9C0-62FD-1A24-90A48893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5FCD-3278-4E77-A83F-DBEB16453347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67EEE7-47EE-F83A-C4C4-2D09C3F69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EB8ADE-D9D7-9224-7922-7EC6F05E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095-3E18-46BB-9389-909E50246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628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8ADDC-3BB5-02CF-191A-1BE6CBED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39578B-695D-DF9A-2872-F6B70A84A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0ED1BE-C914-54AA-D7C6-8CDA7994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5FCD-3278-4E77-A83F-DBEB16453347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E78826-5D87-67A4-FD4B-1FE0B2D6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39F05D-368E-BFF3-DD29-C717480AD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095-3E18-46BB-9389-909E50246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48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8F72B-CF3B-20EF-D2BD-55E1D4EA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E4BD18-5913-E7E4-A738-0BEC60CE3D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5E90EA-6EEC-7F96-88C1-DECB5E275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BF9763-3A7F-267C-F5B2-570554B2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5FCD-3278-4E77-A83F-DBEB16453347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0A07E0-8F0A-C305-B982-9F204CE02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797F31-45E2-625F-C8AF-7BEA38F1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095-3E18-46BB-9389-909E50246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551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4F90B-E56B-9CD9-3E9A-AC7926489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A3445B-B736-6CDF-F614-92831D9A2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622CF3-6F5A-B2DC-F2DB-EA4BF62A9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961DE1F-4FB9-C10A-B0B4-268BA19B5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C9161E-11F2-34F8-4859-653701E3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329DA6A-7236-997E-642B-F34B5D40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5FCD-3278-4E77-A83F-DBEB16453347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F3D0D4-1D51-812D-7DFE-7484CA336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F1CC90-37A5-C790-B7C5-2B8604E6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095-3E18-46BB-9389-909E50246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3663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89FEC-377E-6BE3-F446-A09453FE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B7AE08F-CFC2-B027-5947-0191C4D0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5FCD-3278-4E77-A83F-DBEB16453347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E10E505-9797-34C5-D631-14CDB4CC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0CC521B-5A27-79D9-DEA8-8AC71F002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095-3E18-46BB-9389-909E50246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872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ABF8F0-11A8-2726-B095-7EE1D4229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5FCD-3278-4E77-A83F-DBEB16453347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6E20E3-43CF-ABC0-D30F-B78180B4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1986E4-333F-FC64-A9F2-12EDF801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095-3E18-46BB-9389-909E50246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1984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79611-7E53-21CF-365F-3DD84811F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09771B-67DF-BE85-4F70-21CAEF5DE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47CA03-B54C-2EF7-0B8B-C5D898365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FF09D4-5F94-7842-6693-98234EF42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5FCD-3278-4E77-A83F-DBEB16453347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833E01-5F79-92C3-C63B-AC65216A2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3E2BCB-C298-2E64-A87F-F65B3B4B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095-3E18-46BB-9389-909E50246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279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74BA7-3D3A-031A-0A3F-2995E405E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9AF082-01D2-C4AD-219F-9FD99543BE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9272BC-516A-364B-CAD0-90191E16D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D30A92-3D2A-5E8F-6664-E2D3E40B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5FCD-3278-4E77-A83F-DBEB16453347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292497-8F14-1537-AB52-6B384226D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30B11B-3A03-1F47-FCBA-4010B00C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095-3E18-46BB-9389-909E50246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095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34CF7-E613-2C49-65D7-F4AC6461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E5192A-6A84-3AAE-6625-9ED73C1D8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8AA9AE-9EA3-44B5-25F2-F4CCDC6D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5FCD-3278-4E77-A83F-DBEB16453347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B12F65-AB7A-9665-FF23-0FBECB015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68C461-3E8E-860B-2AE9-34FF96FFB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095-3E18-46BB-9389-909E50246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850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F5799C-88B3-0123-CD1F-B0B6042E1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147609-1A05-873B-80A5-9BBDDA14A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6DE81F-7630-3F9F-8388-E497C9DC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5FCD-3278-4E77-A83F-DBEB16453347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40CD54-6C82-6956-B0A9-7C22EF9A3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4D48E3-402C-1C3F-FC75-8AEAF6DF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19095-3E18-46BB-9389-909E50246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026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B64D4CB-2D3D-929A-8876-94819059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C9EB55-4614-0F32-3991-6213F63F8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70B8D4-11B5-AD63-473A-011CFF5CC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45FCD-3278-4E77-A83F-DBEB16453347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52E621-3CD2-086C-F0AE-D4A7A72FB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277179-A584-95F4-1581-FA9B82950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19095-3E18-46BB-9389-909E50246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87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1089BB6F-E633-7FDA-9097-74DE61F96174}"/>
              </a:ext>
            </a:extLst>
          </p:cNvPr>
          <p:cNvCxnSpPr>
            <a:cxnSpLocks/>
          </p:cNvCxnSpPr>
          <p:nvPr/>
        </p:nvCxnSpPr>
        <p:spPr>
          <a:xfrm>
            <a:off x="1126418" y="587311"/>
            <a:ext cx="0" cy="1245299"/>
          </a:xfrm>
          <a:prstGeom prst="line">
            <a:avLst/>
          </a:prstGeom>
          <a:ln w="38100" cap="rnd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rco 7">
            <a:extLst>
              <a:ext uri="{FF2B5EF4-FFF2-40B4-BE49-F238E27FC236}">
                <a16:creationId xmlns:a16="http://schemas.microsoft.com/office/drawing/2014/main" id="{3FAD827A-A4A9-9D76-34B7-5AAE987B43BC}"/>
              </a:ext>
            </a:extLst>
          </p:cNvPr>
          <p:cNvSpPr/>
          <p:nvPr/>
        </p:nvSpPr>
        <p:spPr>
          <a:xfrm rot="10800000">
            <a:off x="1228271" y="854391"/>
            <a:ext cx="308535" cy="696666"/>
          </a:xfrm>
          <a:prstGeom prst="arc">
            <a:avLst>
              <a:gd name="adj1" fmla="val 17247070"/>
              <a:gd name="adj2" fmla="val 4223227"/>
            </a:avLst>
          </a:prstGeom>
          <a:ln w="38100" cap="rnd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62D2BFB-60FE-87C0-8B25-6BE0FFAF1FD6}"/>
                  </a:ext>
                </a:extLst>
              </p:cNvPr>
              <p:cNvSpPr txBox="1"/>
              <p:nvPr/>
            </p:nvSpPr>
            <p:spPr>
              <a:xfrm>
                <a:off x="2527007" y="1175040"/>
                <a:ext cx="3171824" cy="819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sz="1600" i="0">
                              <a:latin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pt-BR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1600" i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1600" i="0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pt-BR" sz="1600" i="0">
                          <a:latin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i="0">
                                  <a:latin typeface="Cambria Math" panose="02040503050406030204" pitchFamily="18" charset="0"/>
                                </a:rPr>
                                <m:t>2∙∆</m:t>
                              </m:r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pt-B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62D2BFB-60FE-87C0-8B25-6BE0FFAF1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007" y="1175040"/>
                <a:ext cx="3171824" cy="8198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A6D3EAF2-A473-A209-5DB3-F8F34F04F17C}"/>
                  </a:ext>
                </a:extLst>
              </p:cNvPr>
              <p:cNvSpPr txBox="1"/>
              <p:nvPr/>
            </p:nvSpPr>
            <p:spPr>
              <a:xfrm>
                <a:off x="2527007" y="424818"/>
                <a:ext cx="263366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pt-B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pt-B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A6D3EAF2-A473-A209-5DB3-F8F34F04F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007" y="424818"/>
                <a:ext cx="2633662" cy="338554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9F06338E-2EC5-8C8B-57E5-D3527C99D45B}"/>
                  </a:ext>
                </a:extLst>
              </p:cNvPr>
              <p:cNvSpPr txBox="1"/>
              <p:nvPr/>
            </p:nvSpPr>
            <p:spPr>
              <a:xfrm>
                <a:off x="2527007" y="865770"/>
                <a:ext cx="263366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0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pt-BR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pt-BR" sz="16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pt-B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9F06338E-2EC5-8C8B-57E5-D3527C99D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007" y="865770"/>
                <a:ext cx="2633662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AD812F14-8166-2792-6281-0C1783302173}"/>
                  </a:ext>
                </a:extLst>
              </p:cNvPr>
              <p:cNvSpPr txBox="1"/>
              <p:nvPr/>
            </p:nvSpPr>
            <p:spPr>
              <a:xfrm>
                <a:off x="1411343" y="1590139"/>
                <a:ext cx="73797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pt-BR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pt-BR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AD812F14-8166-2792-6281-0C1783302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343" y="1590139"/>
                <a:ext cx="737974" cy="338554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D0C6409C-B1A2-D53E-2FBA-042199F4C71D}"/>
                  </a:ext>
                </a:extLst>
              </p:cNvPr>
              <p:cNvSpPr txBox="1"/>
              <p:nvPr/>
            </p:nvSpPr>
            <p:spPr>
              <a:xfrm>
                <a:off x="1456329" y="353887"/>
                <a:ext cx="80014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pt-BR" sz="1600" b="0" i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pt-BR" sz="1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pt-BR" sz="16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D0C6409C-B1A2-D53E-2FBA-042199F4C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329" y="353887"/>
                <a:ext cx="800141" cy="338554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933084C1-7CD7-238C-E941-EEC0705FA776}"/>
                  </a:ext>
                </a:extLst>
              </p:cNvPr>
              <p:cNvSpPr txBox="1"/>
              <p:nvPr/>
            </p:nvSpPr>
            <p:spPr>
              <a:xfrm>
                <a:off x="1498807" y="969697"/>
                <a:ext cx="91545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1600" b="0" i="0" smtClean="0"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pt-BR" sz="1600" i="1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pt-B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933084C1-7CD7-238C-E941-EEC0705FA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07" y="969697"/>
                <a:ext cx="915455" cy="338554"/>
              </a:xfrm>
              <a:prstGeom prst="rect">
                <a:avLst/>
              </a:prstGeom>
              <a:blipFill>
                <a:blip r:embed="rId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AC96AE61-760D-E184-11C6-44FFA9C09D21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1147789" y="523164"/>
            <a:ext cx="308540" cy="167536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stealth" w="med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E5DDB5F9-36C6-D9FC-37F2-AF494116A1AE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1227371" y="1138974"/>
            <a:ext cx="271436" cy="64986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stealth" w="med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706603B6-258A-3FD2-8119-6101CB4C67E7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1147789" y="1696879"/>
            <a:ext cx="263554" cy="62537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stealth" w="med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Arco 44">
            <a:extLst>
              <a:ext uri="{FF2B5EF4-FFF2-40B4-BE49-F238E27FC236}">
                <a16:creationId xmlns:a16="http://schemas.microsoft.com/office/drawing/2014/main" id="{F7D9C8E1-CB42-5ED4-1523-1B67E4E3D604}"/>
              </a:ext>
            </a:extLst>
          </p:cNvPr>
          <p:cNvSpPr/>
          <p:nvPr/>
        </p:nvSpPr>
        <p:spPr>
          <a:xfrm>
            <a:off x="716931" y="854391"/>
            <a:ext cx="308535" cy="696666"/>
          </a:xfrm>
          <a:prstGeom prst="arc">
            <a:avLst>
              <a:gd name="adj1" fmla="val 17247070"/>
              <a:gd name="adj2" fmla="val 4223227"/>
            </a:avLst>
          </a:prstGeom>
          <a:ln w="38100" cap="rnd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19810FF7-05B0-F09B-D70E-FC41EBB66DB6}"/>
              </a:ext>
            </a:extLst>
          </p:cNvPr>
          <p:cNvCxnSpPr>
            <a:cxnSpLocks/>
          </p:cNvCxnSpPr>
          <p:nvPr/>
        </p:nvCxnSpPr>
        <p:spPr>
          <a:xfrm>
            <a:off x="756946" y="969697"/>
            <a:ext cx="0" cy="480526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stealth" w="med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B9CE844D-5B09-CD99-DE9D-DA66DDCF6D8C}"/>
                  </a:ext>
                </a:extLst>
              </p:cNvPr>
              <p:cNvSpPr txBox="1"/>
              <p:nvPr/>
            </p:nvSpPr>
            <p:spPr>
              <a:xfrm rot="16200000">
                <a:off x="173912" y="1061660"/>
                <a:ext cx="91545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8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𝑓𝑙𝑜𝑤</m:t>
                      </m:r>
                      <m:r>
                        <a:rPr lang="pt-BR" sz="8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8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𝑑𝑖𝑟𝑒𝑐𝑡𝑖𝑜𝑛</m:t>
                      </m:r>
                    </m:oMath>
                  </m:oMathPara>
                </a14:m>
                <a:endParaRPr lang="pt-B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B9CE844D-5B09-CD99-DE9D-DA66DDCF6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3912" y="1061660"/>
                <a:ext cx="915455" cy="215444"/>
              </a:xfrm>
              <a:prstGeom prst="rect">
                <a:avLst/>
              </a:prstGeom>
              <a:blipFill>
                <a:blip r:embed="rId8"/>
                <a:stretch>
                  <a:fillRect r="-28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4389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Cassio Fernando Bueno Rodrigues dos Santos</dc:creator>
  <cp:lastModifiedBy>Cassio Fernando Bueno Rodrigues dos Santos</cp:lastModifiedBy>
  <cp:revision>1</cp:revision>
  <dcterms:created xsi:type="dcterms:W3CDTF">2026-05-20T16:03:57Z</dcterms:created>
  <dcterms:modified xsi:type="dcterms:W3CDTF">2026-05-20T16:04:11Z</dcterms:modified>
</cp:coreProperties>
</file>